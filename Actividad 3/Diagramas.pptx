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2" d="100"/>
          <a:sy n="52" d="100"/>
        </p:scale>
        <p:origin x="3442" y="36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407AE-6B8C-49B0-8EE4-FDF6A3A3F66B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5E311-EDEB-4D11-A676-7FA691B05C8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1252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0BCE0CD-B615-862D-C244-566262BEC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5" y="1214233"/>
            <a:ext cx="6672649" cy="671553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6951643-31E4-1210-3F83-20BF83752C7B}"/>
              </a:ext>
            </a:extLst>
          </p:cNvPr>
          <p:cNvSpPr txBox="1"/>
          <p:nvPr/>
        </p:nvSpPr>
        <p:spPr>
          <a:xfrm>
            <a:off x="370702" y="536922"/>
            <a:ext cx="2248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Diagrama 1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2891300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20E847A-FABC-02F4-99B0-086C80975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03" y="1109533"/>
            <a:ext cx="6089394" cy="76552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0496757-6116-63B3-26BA-855A9EA1CA60}"/>
              </a:ext>
            </a:extLst>
          </p:cNvPr>
          <p:cNvSpPr txBox="1"/>
          <p:nvPr/>
        </p:nvSpPr>
        <p:spPr>
          <a:xfrm>
            <a:off x="543697" y="444843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Diagrama 2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54108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B4DFE25-650C-8519-38B6-52F2377FD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1064" y="1652723"/>
            <a:ext cx="7129064" cy="511877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7125947-83A0-8C05-4882-5B90C40483CE}"/>
              </a:ext>
            </a:extLst>
          </p:cNvPr>
          <p:cNvSpPr txBox="1"/>
          <p:nvPr/>
        </p:nvSpPr>
        <p:spPr>
          <a:xfrm>
            <a:off x="568411" y="803188"/>
            <a:ext cx="2434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Diagrama 3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3426539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2E4A2-4E7B-BAFB-E24E-10C8F1794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957979-F48A-AED7-AA64-52B38969C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A3340E-2C7F-C9DF-B19E-0C6D62C0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2E5D9B-D6B8-0829-594E-F4E25C6A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EC0709-6437-BE7F-EC00-6C8CE06D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254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06833-50AD-62CD-3E84-E6EE89D51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ED197A-04DE-A2A1-795E-F4590D046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745C0E-F96F-CA09-2E99-2123B17C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0B6462-C5CD-2B0D-3DAD-194C78C7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7034B8-CF61-4343-A72D-894EF0AC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3207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40431-4718-75A3-F883-150BAFF7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B36DA2-4778-ECA3-55D9-7A4B91288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03B9-57F4-74F2-5AE0-F96709CF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EA9037-1C6E-BE20-2094-00578563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E2D90B-25CF-1C0F-2D78-F481AC20E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15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88764-102B-9AA3-C437-DDCDD5CA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BC5AE7-1095-DB88-492C-4123875E3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B3016D-AB84-4FEB-5959-3CC1D9A66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7C603E-6956-D423-DCB9-63B9CFE6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0D81C1-A2C2-EA4D-9C72-620E307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3FF053-5623-CE4C-B60C-F197E9860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2315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BDA28-F6C5-6D99-A0B2-08FC5A5E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1633B7-7EED-AF04-FAB3-3B9058FAC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38F4C9-0189-B4A4-53A8-8BE3D8A80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4EFC1B2-00CF-9FF0-3B65-5CE4FB7EC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A1ABA5-9AA1-F0C5-C491-007208B16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2AD7D2E-6980-844E-56E1-C5E76653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3A598C-06D4-ABEF-27FD-20F0361F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FE8F80-0AE1-548D-137E-E8EB8BEE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2743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9EC03-FE01-50DE-C74B-D425337F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C06C92-5ECF-E7A0-DD9C-85E90BFF3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291C3A-CD79-7A26-8C45-FDD6A99B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B57DBB-4181-D691-3211-7CFDA8CB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848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FD4F941-FEF7-5A1D-81DD-A253E182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96742D-462F-5FFA-3A6C-D1BE9BED4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463A47-BF21-E716-B8E5-EA556278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296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A6384-92EC-82FF-1C8E-28063D87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D9337E-ADC5-F990-FA9E-B96C58761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EB27F4-ADBD-B7F3-FA6F-45016D42A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5C6A38-EC69-F092-1F2F-6A549312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F248D9-65D5-30A0-B98D-EB2CC3CF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AF80D9-0E81-DED5-E603-C155AE64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0851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3C0B8-F450-2779-880A-8BD98324E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0B768A-A92B-ACBD-7C2A-84BCC7B82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1D71B9-E8D3-C369-2D16-15D054E00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29B83E-2043-63CC-499D-C04A1F0BC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BD7867-4669-3B6B-82B2-CF473EE4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8D2F77-6C8F-FBA5-D268-BCA2A2EBD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665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2AFD4-5479-0C59-536C-46F7CF24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DA512BB-5C35-52D4-3E66-6694F1070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6A7A4B-9282-6B3E-B072-5A3B0EA6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EC9F18-5E65-DCF1-4B4C-85A65AE11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EE11C-F563-9965-4F17-B180F5723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28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603D17-3499-D3CE-F24B-8BAF854F5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E2762E7-4B45-0FC5-8658-83D676342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80C887-F1CF-BF43-2764-35FE5A97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1A036E-8012-C0ED-13C8-58FE24108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5E970D-5AFF-460D-7867-19F0EE87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778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EAE8C32-6BB8-EEAA-C5ED-49422D91D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D398F3-6799-855C-B3A4-E585F7C21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75A373-0E22-B85F-1CE9-8586A4B05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EE60E-04EB-4825-A0E1-E8AAB82EB04D}" type="datetimeFigureOut">
              <a:rPr lang="es-ES" smtClean="0"/>
              <a:t>30/10/2025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B25620-6C7F-A810-DA7A-D7F1EC8FD1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ED61BE-8F24-E2DE-11C5-694B65DD6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32065-57E0-491D-8729-3D5A3D514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555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94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51C06-8C7F-4413-D585-34170243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B31768-D7C0-5A4B-251D-AD86D0EB6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7580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49B13-6C2A-1963-0F4E-48531BFF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B761A4-D586-7DAA-CEF5-D1D46E75B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5328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D79120813B5428BDE857360A4AC47" ma:contentTypeVersion="5" ma:contentTypeDescription="Create a new document." ma:contentTypeScope="" ma:versionID="3200c6c4e21724ef2dff967857428e7e">
  <xsd:schema xmlns:xsd="http://www.w3.org/2001/XMLSchema" xmlns:xs="http://www.w3.org/2001/XMLSchema" xmlns:p="http://schemas.microsoft.com/office/2006/metadata/properties" xmlns:ns3="f60a532b-692f-44b0-a4da-21db7d467d4d" targetNamespace="http://schemas.microsoft.com/office/2006/metadata/properties" ma:root="true" ma:fieldsID="2df41b07979c5584806b9306da448eac" ns3:_="">
    <xsd:import namespace="f60a532b-692f-44b0-a4da-21db7d467d4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0a532b-692f-44b0-a4da-21db7d467d4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0a532b-692f-44b0-a4da-21db7d467d4d" xsi:nil="true"/>
  </documentManagement>
</p:properties>
</file>

<file path=customXml/itemProps1.xml><?xml version="1.0" encoding="utf-8"?>
<ds:datastoreItem xmlns:ds="http://schemas.openxmlformats.org/officeDocument/2006/customXml" ds:itemID="{26CEC74C-1DFD-4134-A464-69653223F2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0a532b-692f-44b0-a4da-21db7d467d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7D4F4B-EC43-4A99-964B-42F0D16B30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10C5E5-9EE8-4DBC-BD88-E5A52B82C553}">
  <ds:schemaRefs>
    <ds:schemaRef ds:uri="http://purl.org/dc/terms/"/>
    <ds:schemaRef ds:uri="http://schemas.microsoft.com/office/2006/metadata/properties"/>
    <ds:schemaRef ds:uri="f60a532b-692f-44b0-a4da-21db7d467d4d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</Words>
  <Application>Microsoft Office PowerPoint</Application>
  <PresentationFormat>Panorámica</PresentationFormat>
  <Paragraphs>3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SAUL OZIEL FAVELA AGUILAR</dc:creator>
  <cp:lastModifiedBy>SAUL OZIEL FAVELA AGUILAR</cp:lastModifiedBy>
  <cp:revision>1</cp:revision>
  <dcterms:created xsi:type="dcterms:W3CDTF">2025-10-30T15:48:32Z</dcterms:created>
  <dcterms:modified xsi:type="dcterms:W3CDTF">2025-10-30T15:56:41Z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0x0101008E4D79120813B5428BDE857360A4AC47</vt:lpwstr>
  </property>
</Properties>
</file>